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self-improving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creation loop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Vivief learns to build itself better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autoresearch, ATLAS techniques, and local LLMs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 creation loop that compounds over time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0" y="731520"/>
            <a:ext cx="2194560" cy="3840480"/>
          </a:xfrm>
          <a:prstGeom prst="rect">
            <a:avLst/>
          </a:prstGeom>
          <a:solidFill>
            <a:srgbClr val="0F7B6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201168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we're solving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24688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371600"/>
            <a:ext cx="2468880" cy="54864"/>
          </a:xfrm>
          <a:prstGeom prst="rect">
            <a:avLst/>
          </a:prstGeom>
          <a:solidFill>
            <a:srgbClr val="E8593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459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1488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generation starts cold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8680" y="265176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has no memory of what worked before. Same mistakes, same retry loops.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29000" y="1371600"/>
            <a:ext cx="24688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29000" y="1371600"/>
            <a:ext cx="2468880" cy="54864"/>
          </a:xfrm>
          <a:prstGeom prst="rect">
            <a:avLst/>
          </a:prstGeom>
          <a:solidFill>
            <a:srgbClr val="EF9F2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64592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66160" y="21488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 tasks fail silently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566160" y="265176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Single-shot generation for complex TS (effectHandlers, projections) often produces broken code.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26480" y="1371600"/>
            <a:ext cx="24688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126480" y="1371600"/>
            <a:ext cx="2468880" cy="54864"/>
          </a:xfrm>
          <a:prstGeom prst="rect">
            <a:avLst/>
          </a:prstGeom>
          <a:solidFill>
            <a:srgbClr val="0F7B6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4592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63640" y="21488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dependency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263640" y="265176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reasoning requires frontier models. We want local-first sovereignty over our creation process.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techniques, one creation loop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6576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80160"/>
            <a:ext cx="3657600" cy="54864"/>
          </a:xfrm>
          <a:prstGeom prst="rect">
            <a:avLst/>
          </a:prstGeom>
          <a:solidFill>
            <a:srgbClr val="0F7B6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5544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54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Autoresearch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20116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Evolves the recipe over days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242316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batch of outputs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with binary criteria (pass/fail)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prompt? Keep. Worse? Revert.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Mutate and repeat forever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better prompts that make every future generation start from a stronger baseline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280160"/>
            <a:ext cx="36576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280160"/>
            <a:ext cx="3657600" cy="54864"/>
          </a:xfrm>
          <a:prstGeom prst="rect">
            <a:avLst/>
          </a:prstGeom>
          <a:solidFill>
            <a:srgbClr val="E8593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544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554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ATLAS pipeline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937760" y="20116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5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Amplifies this answer right now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937760" y="242316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constraints from the task spec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3 diverse candidates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each against contracts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all fail: self-test + multi-perspective repair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the best possible answer to this specific hard task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They're not alternatives — they're layers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solidFill>
            <a:srgbClr val="0F7B6C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97280"/>
            <a:ext cx="768096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AUTORESEARCH — slow loop (days/weeks)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Evolves prompts and codex across all runs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97280" y="2011680"/>
            <a:ext cx="3291840" cy="182880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1488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 tasks (~80%)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25146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Classification, intent matching, labels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Single-shot local model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pre-optimised by autoresearch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2011680"/>
            <a:ext cx="3291840" cy="1828800"/>
          </a:xfrm>
          <a:prstGeom prst="rect">
            <a:avLst/>
          </a:prstGeom>
          <a:solidFill>
            <a:srgbClr val="3D1A0B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21488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 tasks (~20%)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25146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effectHandlers, projections, surfaces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pipeline (K=3 + repair)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value, worth the compute</a:t>
            </a:r>
            <a:endParaRPr lang="en-US" sz="10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2606040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023360" y="2971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097280" y="4114800"/>
            <a:ext cx="6949440" cy="365760"/>
          </a:xfrm>
          <a:prstGeom prst="rect">
            <a:avLst/>
          </a:prstGeom>
          <a:solidFill>
            <a:srgbClr val="0F7B6C"/>
          </a:solidFill>
          <a:ln/>
        </p:spPr>
      </p:sp>
      <p:sp>
        <p:nvSpPr>
          <p:cNvPr id="17" name="Text 14"/>
          <p:cNvSpPr/>
          <p:nvPr/>
        </p:nvSpPr>
        <p:spPr>
          <a:xfrm>
            <a:off x="1280160" y="411480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verification layer: tsc + Contract.validate + Surface render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spikes to get there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54864" cy="1051560"/>
          </a:xfrm>
          <a:prstGeom prst="rect">
            <a:avLst/>
          </a:prstGeom>
          <a:solidFill>
            <a:srgbClr val="0F7B6C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25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7B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4173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Contract verifier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011680" y="1645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days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937760" y="128016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oracle: tsc + Contract.validate.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sandbox both loops need.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pass/fail becomes a datom.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31520" y="2423160"/>
            <a:ext cx="7680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1520" y="2423160"/>
            <a:ext cx="54864" cy="1051560"/>
          </a:xfrm>
          <a:prstGeom prst="rect">
            <a:avLst/>
          </a:prstGeom>
          <a:solidFill>
            <a:srgbClr val="E8593C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2560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59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65176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011680" y="2514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Template forge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2011680" y="2880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5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week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937760" y="251460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ATLAS-lite on Gemma 26B-A4B.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PlanSearch + best-of-3 + repair.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hard TS generation tasks.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31520" y="3657600"/>
            <a:ext cx="7680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31520" y="3657600"/>
            <a:ext cx="54864" cy="1051560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19" name="Text 15"/>
          <p:cNvSpPr/>
          <p:nvPr/>
        </p:nvSpPr>
        <p:spPr>
          <a:xfrm>
            <a:off x="1005840" y="3794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388620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011680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garden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2011680" y="4114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days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937760" y="374904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Karpathy loop per prompt family.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unattended overnight.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stored as Vivief datoms.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compound effect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1463040"/>
          </a:xfrm>
          <a:prstGeom prst="rect">
            <a:avLst/>
          </a:prstGeom>
          <a:solidFill>
            <a:srgbClr val="0F7B6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garden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runs overnight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prompts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1828800"/>
            <a:ext cx="274320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651760" y="1371600"/>
            <a:ext cx="1920240" cy="1463040"/>
          </a:xfrm>
          <a:prstGeom prst="rect">
            <a:avLst/>
          </a:prstGeom>
          <a:solidFill>
            <a:srgbClr val="E8593C"/>
          </a:solidFill>
          <a:ln/>
        </p:spPr>
      </p:sp>
      <p:sp>
        <p:nvSpPr>
          <p:cNvPr id="9" name="Text 6"/>
          <p:cNvSpPr/>
          <p:nvPr/>
        </p:nvSpPr>
        <p:spPr>
          <a:xfrm>
            <a:off x="2651760" y="14630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Template forge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uses better prompts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651760" y="2240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first-pass rate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846320" y="1371600"/>
            <a:ext cx="1920240" cy="1463040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13" name="Text 9"/>
          <p:cNvSpPr/>
          <p:nvPr/>
        </p:nvSpPr>
        <p:spPr>
          <a:xfrm>
            <a:off x="4846320" y="14630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templates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captured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846320" y="2240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generative work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828800"/>
            <a:ext cx="274320" cy="27432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040880" y="1371600"/>
            <a:ext cx="1920240" cy="1463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7" name="Text 12"/>
          <p:cNvSpPr/>
          <p:nvPr/>
        </p:nvSpPr>
        <p:spPr>
          <a:xfrm>
            <a:off x="7040880" y="14630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Cheaper local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inference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7040880" y="2240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aperture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1371600" y="3017520"/>
            <a:ext cx="640080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dash"/>
          </a:ln>
        </p:spPr>
      </p:sp>
      <p:sp>
        <p:nvSpPr>
          <p:cNvPr id="20" name="Text 15"/>
          <p:cNvSpPr/>
          <p:nvPr/>
        </p:nvSpPr>
        <p:spPr>
          <a:xfrm>
            <a:off x="2286000" y="3200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each cycle starts from a stronger baseline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1371600" y="3840480"/>
            <a:ext cx="6400800" cy="731520"/>
          </a:xfrm>
          <a:prstGeom prst="rect">
            <a:avLst/>
          </a:prstGeom>
          <a:solidFill>
            <a:srgbClr val="0F7B6C"/>
          </a:solidFill>
          <a:ln/>
        </p:spPr>
      </p:sp>
      <p:sp>
        <p:nvSpPr>
          <p:cNvPr id="22" name="Text 17"/>
          <p:cNvSpPr/>
          <p:nvPr/>
        </p:nvSpPr>
        <p:spPr>
          <a:xfrm>
            <a:off x="1554480" y="393192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creation loop doesn't just build artifacts — it builds the capability to build better artifacts.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here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315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Build the contract verifier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The binary oracle both loops need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Run the prompt garden on projection queries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Collect data, improve prompts overnight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Wire in ATLAS repair for hard tasks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PlanSearch + best-of-3 + self-test repair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doc: vivief-self-improving-creation-loop.md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Vivief Self-Improving Creation Loop</dc:title>
  <dc:subject>PptxGenJS Presentation</dc:subject>
  <dc:creator>Piet Groot Kormelink</dc:creator>
  <cp:lastModifiedBy>Piet Groot Kormelink</cp:lastModifiedBy>
  <cp:revision>1</cp:revision>
  <dcterms:created xsi:type="dcterms:W3CDTF">2026-04-10T11:53:07Z</dcterms:created>
  <dcterms:modified xsi:type="dcterms:W3CDTF">2026-04-10T11:53:07Z</dcterms:modified>
</cp:coreProperties>
</file>